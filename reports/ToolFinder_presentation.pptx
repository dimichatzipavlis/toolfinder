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4628"/>
            <a:ext cx="9144000" cy="118872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ToolFinder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for Open-Set MCP Tool Routing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8529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leakage-controlled benchmark and a trained two-model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· Student ID · Course · Supervisor · Date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8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github.com/DimiChatzipavlis/ToolFinder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458468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458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selection is the bottleneck — and a safety boundary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4878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5506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361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847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every MCP schema fills the window before reasoning begins.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95728"/>
            <a:ext cx="384048" cy="384048"/>
          </a:xfrm>
          <a:prstGeom prst="ellipse">
            <a:avLst/>
          </a:prstGeom>
          <a:solidFill>
            <a:srgbClr val="4878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49631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377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88720" y="2688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APIs collide in-context, raising tool-selection errors.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36976"/>
            <a:ext cx="384048" cy="384048"/>
          </a:xfrm>
          <a:prstGeom prst="ellipse">
            <a:avLst/>
          </a:prstGeom>
          <a:solidFill>
            <a:srgbClr val="4878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375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2186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break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88720" y="3529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local models emit malformed calls under long-prompt pressure.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1554480"/>
            <a:ext cx="3200400" cy="2331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715000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decides whether a local model can use a 500-tool catalog at all — and a wrong route to a destructive tool turns a retrieval error into a harmful action.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tool selection as open-set retrieval: unseen phrasings, unseen tools, new servers, out-of-scope requests, and adversarial descriptions.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847088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add evaluation rigor, not a new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840480" cy="4572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/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520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MRKL — modular router framing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 — API-call gen + retriever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ToolLLM — 16k API tool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Toolformer — self-supervised calls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384048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(shipped)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520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semantic-router (Aurelio Labs)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tool retriever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object retrievers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function-retrieval cookbook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8046720" cy="64008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is a leakage-controlled benchmark + a controlled comparison of what these ship as defaults — not architectural novelty.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613916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benchmark — and why naive splits lie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37555" y="1408176"/>
            <a:ext cx="438369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:\Users\dimit\Desktop\GEORGAML\ToolFinder\experiments\results\figures\fig_leakage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2419" y="1463040"/>
            <a:ext cx="4273962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5087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1,695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 intents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1508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574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 tool schemas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3566160" cy="17373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6974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18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 Recall@1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from a 1-NN lookup over training queries alone — no model, no schema.</a:t>
            </a:r>
            <a:endParaRPr lang="en-US" sz="2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The original random split answered itself.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8056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follow a scenario×template grammar; random row splits scatter paraphrases across train/test.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380744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Leakage-controlled evaluation, enforced in CI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11430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1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Unseen queries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Scenario-grouped split (in-grammar upper bound)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54480"/>
            <a:ext cx="73152" cy="114300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8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1b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Template-disjoint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scenarios held out — the real control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80360"/>
            <a:ext cx="73152" cy="11430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2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Unseen tools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tools never trained on; ranked vs full catalog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3840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73152" cy="11430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3 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Unseen servers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queries, 574-tool corpus; training stays GitHub-only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hygiene is a failing CI test (tests/test_split_hygiene.py) — no scenario, template, or tool may cross buckets.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924812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924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trained architectures, compared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840480" cy="566928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A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Bi-encoder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240280"/>
            <a:ext cx="3474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(22M), MNRL loss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No-duplicates batch sampler (fixes in-batch false negatives)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query + schema independently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/ MPNet trained as capacity ablation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08760"/>
            <a:ext cx="3840480" cy="566928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B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Cross-encoder reranker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240280"/>
            <a:ext cx="3474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ms-marco-MiniLM-L6 (22M), BCE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positive : 4 mined hard negatives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cross-attention over (query, schema)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Reranks bi-encoder top-10 — 10 passes/query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{13, 42, 1337} · selection on validation MRR@10 · same evaluation code path for every system.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458468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4584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dominates every regime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85216" y="1680564"/>
            <a:ext cx="5184648" cy="234472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:\Users\dimit\Desktop\GEORGAML\ToolFinder\experiments\results\figures\fig_mai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5428"/>
            <a:ext cx="5074920" cy="22349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4813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481328"/>
            <a:ext cx="64008" cy="123444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0" name="Text 7"/>
          <p:cNvSpPr/>
          <p:nvPr/>
        </p:nvSpPr>
        <p:spPr>
          <a:xfrm>
            <a:off x="6108192" y="15910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8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+0.42 R@1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108192" y="21579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MiniLM over BM25, regime 1 (p ≤ 0.0001)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2852928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852928"/>
            <a:ext cx="64008" cy="123444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14" name="Text 11"/>
          <p:cNvSpPr/>
          <p:nvPr/>
        </p:nvSpPr>
        <p:spPr>
          <a:xfrm>
            <a:off x="6108192" y="29626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0.33 → 0.99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108192" y="35295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→ fine-tuned MiniLM R@1 (capacity ≪ training)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/ 0.91 / 0.67 R@1 across regimes 1/2/3 vs 0.57 / 0.76 / 0.49 for BM25. Frozen MiniLM (0.33) loses to BM25.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1303020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1303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survives the leakage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242816" y="1898836"/>
            <a:ext cx="4681728" cy="205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:\Users\dimit\Desktop\GEORGAML\ToolFinder\experiments\results\figures\fig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953700"/>
            <a:ext cx="4572000" cy="19447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54480"/>
            <a:ext cx="64008" cy="123444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1664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0.958 vs 0.650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04672" y="22311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MiniLM vs 1-NN leakage probe on the template-disjoint split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9260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1's 1.000 was an in-grammar upper bound.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on regime 1b (templates + scenarios both unseen) still gives 0.958 — the win is real, not leaked.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976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converges in 3–5 epochs; validation MRR tracks it — no overfitting.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2157984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SYSTEMS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Rejection, robustness, and the right 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288536" y="1910439"/>
            <a:ext cx="4636008" cy="198556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:\Users\dimit\Desktop\GEORGAML\ToolFinder\experiments\results\figures\fig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965303"/>
            <a:ext cx="4526280" cy="18758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08760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508760"/>
            <a:ext cx="64008" cy="123444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16184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7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 ROC-AUC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04672" y="2185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rejection (fine-tuned encoder)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852928"/>
            <a:ext cx="3383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852928"/>
            <a:ext cx="64008" cy="123444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29626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8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vs 83%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4672" y="3529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hijack: fine-tuned vs BM25 (fine-tuning is the defense)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43400" y="41148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encoding (~86 ms CPU) dominates routing latency, so exact Flat is the right default; HNSW only cuts search time beyond ~10³ tools, at a recall cost.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878A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2080260" cy="310896"/>
          </a:xfrm>
          <a:prstGeom prst="roundRect">
            <a:avLst>
              <a:gd name="adj" fmla="val 14706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5488" y="768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not work — reported, not hidden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074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64008" cy="86868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hurts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degrades Model A (0.944 vs 0.988) at ~140× the per-query cost — a stronger retriever + weaker reranker.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074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64008" cy="86868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06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≠ best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router loads a zero-shot encoder; the fine-tuned weights that win are regenerable but not committed.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074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74720"/>
            <a:ext cx="64008" cy="868680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follow a known grammar; no production traffic, single domain — disclosed as the data's ceiling.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88736" y="1575496"/>
            <a:ext cx="2944368" cy="270116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9" name="Image 0" descr="C:\Users\dimit\Desktop\GEORGAML\ToolFinder\experiments\results\figures\fig_confusion_regim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30360"/>
            <a:ext cx="2834640" cy="259143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0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errors: confusable pairs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47777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ToolFinder — Dense Retrieval for Open-Set MCP Tool Routing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2104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E1812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fine-tuned bi-encoder solves MCP tool selection — and is itself the best poisoning defense and OOD rejector.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Fine-tuning, not model size, is the lever: 22M beats a frozen 109M encoder.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reported: reranking does not help at this scale; exact search beats HNSW at realistic sizes.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— pinned seeds, CI-enforced split hygiene, run_all.py.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7680960" cy="868680"/>
          </a:xfrm>
          <a:prstGeom prst="rect">
            <a:avLst/>
          </a:prstGeom>
          <a:solidFill>
            <a:srgbClr val="12203D"/>
          </a:solidFill>
          <a:ln w="12700">
            <a:solidFill>
              <a:srgbClr val="487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033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synthetic queries (known grammar), single training domain, LLM-in-context arm not run (environment-blocked). All disclosed; none inflate the reported numbers.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7594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18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github.com/DimiChatzipavlis/ToolFinder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ToolFinder</dc:title>
  <dc:subject>PptxGenJS Presentation</dc:subject>
  <dc:creator>ToolFinder</dc:creator>
  <cp:lastModifiedBy>ToolFinder</cp:lastModifiedBy>
  <cp:revision>1</cp:revision>
  <dcterms:created xsi:type="dcterms:W3CDTF">2026-06-13T12:52:11Z</dcterms:created>
  <dcterms:modified xsi:type="dcterms:W3CDTF">2026-06-13T12:52:11Z</dcterms:modified>
</cp:coreProperties>
</file>